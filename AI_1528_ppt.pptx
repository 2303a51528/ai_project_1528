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8" r:id="rId11"/>
    <p:sldId id="264" r:id="rId12"/>
    <p:sldId id="266" r:id="rId13"/>
    <p:sldId id="270" r:id="rId14"/>
    <p:sldId id="271" r:id="rId15"/>
    <p:sldId id="273" r:id="rId16"/>
    <p:sldId id="275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jABFmlZ5LKCCIqyTrKlvJgwxN5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4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048d6e37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3d048d6e37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048d6e377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419eded25_0_7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g3d419eded25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19eded25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d419eded25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419eded25_0_9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d419eded25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d419eded25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d419eded25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2336800" y="134364"/>
            <a:ext cx="9745291" cy="538777"/>
            <a:chOff x="2336800" y="134364"/>
            <a:chExt cx="9745291" cy="538777"/>
          </a:xfrm>
        </p:grpSpPr>
        <p:sp>
          <p:nvSpPr>
            <p:cNvPr id="90" name="Google Shape;90;p1"/>
            <p:cNvSpPr txBox="1"/>
            <p:nvPr/>
          </p:nvSpPr>
          <p:spPr>
            <a:xfrm>
              <a:off x="2336800" y="134364"/>
              <a:ext cx="9745291" cy="461624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 i="0" u="none" strike="noStrike" cap="none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91" name="Google Shape;91;p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92" name="Google Shape;92;p1"/>
          <p:cNvSpPr txBox="1"/>
          <p:nvPr/>
        </p:nvSpPr>
        <p:spPr>
          <a:xfrm>
            <a:off x="847542" y="1063588"/>
            <a:ext cx="10037794" cy="51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Course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AI Assistant Coding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Instructor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:</a:t>
            </a:r>
            <a:r>
              <a:rPr lang="en-US" sz="25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 err="1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Dr.Mathivanan</a:t>
            </a:r>
            <a:r>
              <a:rPr lang="en-US" sz="2400" dirty="0">
                <a:solidFill>
                  <a:schemeClr val="dk1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  <a:sym typeface="Roboto"/>
              </a:rPr>
              <a:t> D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Title </a:t>
            </a:r>
            <a:r>
              <a:rPr lang="en-US" sz="30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Restaurant Booking System </a:t>
            </a:r>
            <a:endParaRPr sz="24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Team Details</a:t>
            </a:r>
            <a:r>
              <a:rPr lang="en-US" sz="27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:Jukanti Lohith(2303A51528)&amp;</a:t>
            </a:r>
            <a:r>
              <a:rPr lang="en-US" sz="2400" dirty="0" err="1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S.Uday</a:t>
            </a:r>
            <a:r>
              <a:rPr lang="en-US" sz="2400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Varma(2303A51257)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" name="Google Shape;98;p2"/>
          <p:cNvGrpSpPr/>
          <p:nvPr/>
        </p:nvGrpSpPr>
        <p:grpSpPr>
          <a:xfrm>
            <a:off x="2336800" y="134364"/>
            <a:ext cx="9745291" cy="538777"/>
            <a:chOff x="2336800" y="134364"/>
            <a:chExt cx="9745291" cy="538777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2336800" y="134364"/>
              <a:ext cx="9745291" cy="461624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963995" y="1212334"/>
            <a:ext cx="7325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Introduction :</a:t>
            </a:r>
            <a:endParaRPr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63995" y="2033217"/>
            <a:ext cx="8327484" cy="40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Booking System is a full-stack web application that allows users to: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 available restaurants and menus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tables online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Reserve slots for events or special occasions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 history and details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includes an Admin Panel to manage:</a:t>
            </a:r>
          </a:p>
          <a:p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Tables &amp; seating capacity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Reservations &amp; bookings </a:t>
            </a:r>
          </a:p>
          <a:p>
            <a:pPr marL="457200" marR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3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3"/>
          <p:cNvGrpSpPr/>
          <p:nvPr/>
        </p:nvGrpSpPr>
        <p:grpSpPr>
          <a:xfrm>
            <a:off x="2336800" y="134364"/>
            <a:ext cx="9745290" cy="677400"/>
            <a:chOff x="2336800" y="134364"/>
            <a:chExt cx="9745290" cy="677400"/>
          </a:xfrm>
        </p:grpSpPr>
        <p:sp>
          <p:nvSpPr>
            <p:cNvPr id="109" name="Google Shape;109;p3"/>
            <p:cNvSpPr txBox="1"/>
            <p:nvPr/>
          </p:nvSpPr>
          <p:spPr>
            <a:xfrm>
              <a:off x="2336800" y="134364"/>
              <a:ext cx="9745200" cy="6774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3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3"/>
          <p:cNvSpPr txBox="1"/>
          <p:nvPr/>
        </p:nvSpPr>
        <p:spPr>
          <a:xfrm>
            <a:off x="928015" y="1261559"/>
            <a:ext cx="7559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 :</a:t>
            </a:r>
            <a:endParaRPr sz="36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F7D530D-9EB3-B02F-578C-77AEB1743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360" y="1789888"/>
            <a:ext cx="11100618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Build a full-stack application using MERN stack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 a seamless hotel booking experience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secure authentication using JWT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Efficiently manage hotel and room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AI tools to speed up development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5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19" name="Google Shape;119;p5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5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5"/>
          <p:cNvSpPr txBox="1"/>
          <p:nvPr/>
        </p:nvSpPr>
        <p:spPr>
          <a:xfrm>
            <a:off x="838199" y="1046500"/>
            <a:ext cx="7747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Stakeholders 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 txBox="1">
            <a:spLocks noGrp="1"/>
          </p:cNvSpPr>
          <p:nvPr>
            <p:ph type="body" idx="1"/>
          </p:nvPr>
        </p:nvSpPr>
        <p:spPr>
          <a:xfrm>
            <a:off x="953729" y="1268361"/>
            <a:ext cx="8609371" cy="241873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lang="en-US" sz="1600" dirty="0"/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book tables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bookings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and update system 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Owner: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Earn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and increase revenue </a:t>
            </a:r>
            <a:endParaRPr sz="16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" name="Google Shape;129;p4"/>
          <p:cNvGrpSpPr/>
          <p:nvPr/>
        </p:nvGrpSpPr>
        <p:grpSpPr>
          <a:xfrm>
            <a:off x="2336800" y="134364"/>
            <a:ext cx="9745291" cy="538777"/>
            <a:chOff x="2336800" y="134364"/>
            <a:chExt cx="9745291" cy="538777"/>
          </a:xfrm>
        </p:grpSpPr>
        <p:sp>
          <p:nvSpPr>
            <p:cNvPr id="130" name="Google Shape;130;p4"/>
            <p:cNvSpPr txBox="1"/>
            <p:nvPr/>
          </p:nvSpPr>
          <p:spPr>
            <a:xfrm>
              <a:off x="2336800" y="134364"/>
              <a:ext cx="9745291" cy="461624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31" name="Google Shape;131;p4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32" name="Google Shape;132;p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Technologies Used :</a:t>
            </a:r>
            <a:endParaRPr sz="3600" b="1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936900" y="1961900"/>
            <a:ext cx="8264100" cy="4832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endParaRPr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 (inline styling)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endParaRPr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Express.js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endParaRPr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  <a:endParaRPr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</a:t>
            </a:r>
            <a:endParaRPr sz="1600" b="1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(JSON Web Token) </a:t>
            </a:r>
            <a:endParaRPr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d048d6e377_0_4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g3d048d6e377_0_4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41" name="Google Shape;141;g3d048d6e377_0_4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42" name="Google Shape;142;g3d048d6e377_0_4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143" name="Google Shape;143;g3d048d6e377_0_4"/>
          <p:cNvSpPr txBox="1"/>
          <p:nvPr/>
        </p:nvSpPr>
        <p:spPr>
          <a:xfrm>
            <a:off x="936900" y="1185288"/>
            <a:ext cx="9745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AI Prompts Used :</a:t>
            </a:r>
            <a:endParaRPr sz="3600" b="1" dirty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44" name="Google Shape;144;g3d048d6e377_0_4"/>
          <p:cNvSpPr txBox="1"/>
          <p:nvPr/>
        </p:nvSpPr>
        <p:spPr>
          <a:xfrm>
            <a:off x="936900" y="2174557"/>
            <a:ext cx="7788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&amp; Login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&amp; Filters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Availability Check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Table Booking System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Booking History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6"/>
          <p:cNvGrpSpPr/>
          <p:nvPr/>
        </p:nvGrpSpPr>
        <p:grpSpPr>
          <a:xfrm>
            <a:off x="2336800" y="134364"/>
            <a:ext cx="9745291" cy="538777"/>
            <a:chOff x="2336800" y="134364"/>
            <a:chExt cx="9745291" cy="538777"/>
          </a:xfrm>
        </p:grpSpPr>
        <p:sp>
          <p:nvSpPr>
            <p:cNvPr id="151" name="Google Shape;151;p6"/>
            <p:cNvSpPr txBox="1"/>
            <p:nvPr/>
          </p:nvSpPr>
          <p:spPr>
            <a:xfrm>
              <a:off x="2336800" y="134364"/>
              <a:ext cx="9745291" cy="461624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FDBE16F-76C6-295B-28C6-099784D9A7A9}"/>
              </a:ext>
            </a:extLst>
          </p:cNvPr>
          <p:cNvSpPr txBox="1"/>
          <p:nvPr/>
        </p:nvSpPr>
        <p:spPr>
          <a:xfrm>
            <a:off x="1061884" y="1514168"/>
            <a:ext cx="373928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Register/Login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Add/Edit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Tables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Bookings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7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7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160" name="Google Shape;160;p7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7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8152C066-3993-EC60-323F-360121815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1" y="991044"/>
            <a:ext cx="10559332" cy="569202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7;p5" descr="WhatsApp Image 2024-08-23 at 15.43.17">
            <a:extLst>
              <a:ext uri="{FF2B5EF4-FFF2-40B4-BE49-F238E27FC236}">
                <a16:creationId xmlns:a16="http://schemas.microsoft.com/office/drawing/2014/main" id="{FB5DD30B-6B9D-FAFD-AF6B-D0B637F0B9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oogle Shape;159;p7">
            <a:extLst>
              <a:ext uri="{FF2B5EF4-FFF2-40B4-BE49-F238E27FC236}">
                <a16:creationId xmlns:a16="http://schemas.microsoft.com/office/drawing/2014/main" id="{2FC2347A-04FB-6579-B029-576329D10955}"/>
              </a:ext>
            </a:extLst>
          </p:cNvPr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4" name="Google Shape;160;p7">
              <a:extLst>
                <a:ext uri="{FF2B5EF4-FFF2-40B4-BE49-F238E27FC236}">
                  <a16:creationId xmlns:a16="http://schemas.microsoft.com/office/drawing/2014/main" id="{C907462B-613B-AE90-0A80-7B76B632713E}"/>
                </a:ext>
              </a:extLst>
            </p:cNvPr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161;p7">
              <a:extLst>
                <a:ext uri="{FF2B5EF4-FFF2-40B4-BE49-F238E27FC236}">
                  <a16:creationId xmlns:a16="http://schemas.microsoft.com/office/drawing/2014/main" id="{3557DB54-6E2C-28CE-B082-9FF2EAB0D6A8}"/>
                </a:ext>
              </a:extLst>
            </p:cNvPr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DE6F8D3-9166-2FA8-7C66-F3283CF79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059" y="950476"/>
            <a:ext cx="10233329" cy="573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523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D67E2A-954A-F38C-AED1-2B7AE90CC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34" y="619432"/>
            <a:ext cx="11051459" cy="600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7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419eded25_0_7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g3d419eded25_0_71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69" name="Google Shape;169;g3d419eded25_0_71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d419eded25_0_71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42C3C131-284D-01DF-F95D-7D0F73ABC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864" y="991044"/>
            <a:ext cx="10201524" cy="5593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g3d419eded25_0_55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d419eded25_0_55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187" name="Google Shape;187;g3d419eded25_0_55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d419eded25_0_55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5B1EB1A-5008-983E-C1A7-3E1E88C32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74" y="991045"/>
            <a:ext cx="11071123" cy="5665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8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643" y="17493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8"/>
          <p:cNvGrpSpPr/>
          <p:nvPr/>
        </p:nvGrpSpPr>
        <p:grpSpPr>
          <a:xfrm>
            <a:off x="2336800" y="144196"/>
            <a:ext cx="9745291" cy="677445"/>
            <a:chOff x="2336800" y="134364"/>
            <a:chExt cx="9745291" cy="677445"/>
          </a:xfrm>
        </p:grpSpPr>
        <p:sp>
          <p:nvSpPr>
            <p:cNvPr id="220" name="Google Shape;220;p8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8"/>
          <p:cNvSpPr txBox="1"/>
          <p:nvPr/>
        </p:nvSpPr>
        <p:spPr>
          <a:xfrm>
            <a:off x="747225" y="1190500"/>
            <a:ext cx="56421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Of AI Prompts :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1DC6B2-E249-5DB5-4F02-CF05D1B74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72" y="1799304"/>
            <a:ext cx="11518455" cy="477583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1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727" y="147105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9" name="Google Shape;229;p11"/>
          <p:cNvGrpSpPr/>
          <p:nvPr/>
        </p:nvGrpSpPr>
        <p:grpSpPr>
          <a:xfrm>
            <a:off x="2336800" y="134364"/>
            <a:ext cx="9745291" cy="677445"/>
            <a:chOff x="2336800" y="134364"/>
            <a:chExt cx="9745291" cy="677445"/>
          </a:xfrm>
        </p:grpSpPr>
        <p:sp>
          <p:nvSpPr>
            <p:cNvPr id="230" name="Google Shape;230;p11"/>
            <p:cNvSpPr txBox="1"/>
            <p:nvPr/>
          </p:nvSpPr>
          <p:spPr>
            <a:xfrm>
              <a:off x="2336800" y="134364"/>
              <a:ext cx="9745291" cy="677445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1"/>
            <p:cNvSpPr txBox="1"/>
            <p:nvPr/>
          </p:nvSpPr>
          <p:spPr>
            <a:xfrm>
              <a:off x="2394530" y="273031"/>
              <a:ext cx="9687560" cy="40011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CE2A7064-80D9-2C2E-7397-C50DECB72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153" y="1042220"/>
            <a:ext cx="11627693" cy="53979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g3d419eded25_0_90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d419eded25_0_90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48" name="Google Shape;248;g3d419eded25_0_90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d419eded25_0_90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3d419eded25_0_90"/>
          <p:cNvSpPr txBox="1"/>
          <p:nvPr/>
        </p:nvSpPr>
        <p:spPr>
          <a:xfrm>
            <a:off x="1165175" y="1399450"/>
            <a:ext cx="47874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2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d419eded25_0_90"/>
          <p:cNvSpPr txBox="1"/>
          <p:nvPr/>
        </p:nvSpPr>
        <p:spPr>
          <a:xfrm>
            <a:off x="1488125" y="2406325"/>
            <a:ext cx="7408800" cy="38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React Documentation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MongoDB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Express.js Docs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ChatGPT (OpenAI)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Overflow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d419eded25_0_116" descr="WhatsApp Image 2024-08-23 at 15.43.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283" y="134363"/>
            <a:ext cx="1719435" cy="67744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7" name="Google Shape;267;g3d419eded25_0_116"/>
          <p:cNvGrpSpPr/>
          <p:nvPr/>
        </p:nvGrpSpPr>
        <p:grpSpPr>
          <a:xfrm>
            <a:off x="2336800" y="134364"/>
            <a:ext cx="9745330" cy="538867"/>
            <a:chOff x="2336800" y="134364"/>
            <a:chExt cx="9745330" cy="538867"/>
          </a:xfrm>
        </p:grpSpPr>
        <p:sp>
          <p:nvSpPr>
            <p:cNvPr id="268" name="Google Shape;268;g3d419eded25_0_116"/>
            <p:cNvSpPr txBox="1"/>
            <p:nvPr/>
          </p:nvSpPr>
          <p:spPr>
            <a:xfrm>
              <a:off x="2336800" y="134364"/>
              <a:ext cx="9745200" cy="4617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g3d419eded25_0_116"/>
            <p:cNvSpPr txBox="1"/>
            <p:nvPr/>
          </p:nvSpPr>
          <p:spPr>
            <a:xfrm>
              <a:off x="2394530" y="273031"/>
              <a:ext cx="9687600" cy="400200"/>
            </a:xfrm>
            <a:prstGeom prst="rect">
              <a:avLst/>
            </a:prstGeom>
            <a:solidFill>
              <a:srgbClr val="194E9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SR University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g3d419eded25_0_116"/>
          <p:cNvSpPr txBox="1"/>
          <p:nvPr/>
        </p:nvSpPr>
        <p:spPr>
          <a:xfrm>
            <a:off x="4969325" y="3358225"/>
            <a:ext cx="3330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297</Words>
  <Application>Microsoft Office PowerPoint</Application>
  <PresentationFormat>Widescreen</PresentationFormat>
  <Paragraphs>90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jukanti lohith</dc:creator>
  <cp:lastModifiedBy>jukanti lohith</cp:lastModifiedBy>
  <cp:revision>3</cp:revision>
  <dcterms:created xsi:type="dcterms:W3CDTF">2025-09-22T15:07:08Z</dcterms:created>
  <dcterms:modified xsi:type="dcterms:W3CDTF">2026-04-14T05:27:20Z</dcterms:modified>
</cp:coreProperties>
</file>